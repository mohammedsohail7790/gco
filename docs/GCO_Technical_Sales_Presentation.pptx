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114800"/>
            <a:ext cx="3200400" cy="3200400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7315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CONVERSATION OPERATIONS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human conversation operations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engagement, and moderation teams — trained, supervised, and always on.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globalconversationoperations.com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 outgrow ad-hoc handling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conversations spread across channels become hard to manage consistently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outside business hours or during volume spikes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tone and quality without dedicated supervision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Hiring, training, and managing an in-house team is slow and expensive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920240"/>
            <a:ext cx="46634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gaps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743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messages become lost customers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replies damage brand trust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Untrained responses create support escalations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what’s actually happening in your conversations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GCO PROVIDES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People, platform, and process —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Operators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people, trained for your workflow and tone.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423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Operations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coordinating every conversation.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423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into pipeline, activity, and reporting.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423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703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channels your customers use.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supervision and quality control — not an unsupervised outsourcing arrangement.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conversation to ongoing operation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310896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80360" y="274320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310896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20640" y="274320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310896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360920" y="274320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01200" y="274320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611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 in the walkthrough — this is the real system, not a mockup.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 CRM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operations platform, live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management across every lead and client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for closing new business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tracking, calculated automatically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operational visibility in one place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2011680"/>
            <a:ext cx="4937760" cy="384048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 — a working system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288036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in the live demo runs against the real production platform at app.globalconversationoperations.com.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in, response out — automatically routed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0360" y="237744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0360" y="23774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3774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237744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23774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0" y="23774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arrive through the ingestion pipeline and are queued automatically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engine routes each conversation to an available operator — no manual dispatch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respond in a real-time interface with full conversation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captured for reporting and quality review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HUNTER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to client, with built-in accountability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2860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22860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860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2860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2860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0" y="228600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0" y="22860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0424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0690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earned on results, not just closing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4805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deal alone never generates a commission. Commission — a flat 10% — is calculated only once the client’s first month’s payment is actually confirmed received, and the client handoff to operations happens automatically the moment a deal closes.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ISOLATION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client, isolated. Every user, scoped.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client’s conversations, leads, and data are never visible to another.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86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see their assignments; managers see their team; clients see only their own account.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Everywhere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257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is authenticated; all traffic runs over HTTPS/WSS.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live today, and what connects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IMPLEMENTED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webhook ingestion pipeline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→ queue → assign → respond → report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live, shown in the demo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4884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INTEGRATION-READY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Messenger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client APIs / webhooks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214884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live-chat widget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INTEGRATIONS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 &amp; WooCommerce: integration-ready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Integration-ready, client-specific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your store’s API credentials/scopes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order &amp; customer-history lookup for operator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88036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Integration-ready, client-specific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your store’s REST API keys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same category as Shopify above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pre-built or claimed as already connected to any store — each is a scoped project once we know your setup.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in. Not switched on yet.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7835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AI runs in demo / mock mode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replies and conversation memory infrastructure are built, but not connected to a live AI provider. We do not claim production AI is active until it genuinely is.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 infrastructure is already built into the platform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real AI-assisted suggestions requires a production AI credential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configuration step, not new development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FREE 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Scope-defined. Monitored. Reviewed.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+ feasibility + access setup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377440"/>
            <a:ext cx="228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108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+ testing + operator onboarding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377440"/>
            <a:ext cx="228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08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 operation (agreed scope)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377440"/>
            <a:ext cx="228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982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108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 + continuation discussion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unlimited custom development during the 7 days — work outside agreed scope is scoped separately.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verified today — honestly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throughout (HTTPS/WSS)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per-client data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backups with a tested restore process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Firewalled, key-only server access, automated intrusion protection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B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NOT YET COMPLETE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backup storage (backups are currently local to the primary server only)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uptime / error monitoring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discovery call to live operation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26243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7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6243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6243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6243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29800" y="26243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23774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supervision continue throughout — onboarding doesn’t stop once operators go live.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call → Technical assessment → 7-day pilot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 or reach out through the contact form to get started.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297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globalconversationoperations.com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2026-09-28T16:20:24Z</dcterms:created>
  <dcterms:modified xsi:type="dcterms:W3CDTF">2026-09-28T16:20:24Z</dcterms:modified>
</cp:coreProperties>
</file>